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imes New Roman Bold" charset="1" panose="02030802070405020303"/>
      <p:regular r:id="rId29"/>
    </p:embeddedFont>
    <p:embeddedFont>
      <p:font typeface="Trebuchet MS" charset="1" panose="020B0603020202020204"/>
      <p:regular r:id="rId30"/>
    </p:embeddedFont>
    <p:embeddedFont>
      <p:font typeface="Calibri (MS) Bold" charset="1" panose="020F0702030404030204"/>
      <p:regular r:id="rId31"/>
    </p:embeddedFont>
    <p:embeddedFont>
      <p:font typeface="Trebuchet MS Bold" charset="1" panose="020B0703020202020204"/>
      <p:regular r:id="rId32"/>
    </p:embeddedFont>
    <p:embeddedFont>
      <p:font typeface="Times New Roman" charset="1" panose="02030502070405020303"/>
      <p:regular r:id="rId33"/>
    </p:embeddedFont>
    <p:embeddedFont>
      <p:font typeface="Calibri (MS)" charset="1" panose="020F0502020204030204"/>
      <p:regular r:id="rId34"/>
    </p:embeddedFont>
    <p:embeddedFont>
      <p:font typeface="Arial Bold" charset="1" panose="020B0802020202020204"/>
      <p:regular r:id="rId35"/>
    </p:embeddedFont>
    <p:embeddedFont>
      <p:font typeface="Arial" charset="1" panose="020B0502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6.png" Type="http://schemas.openxmlformats.org/officeDocument/2006/relationships/image"/><Relationship Id="rId8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314448" y="1485900"/>
            <a:ext cx="2614612" cy="2000250"/>
          </a:xfrm>
          <a:custGeom>
            <a:avLst/>
            <a:gdLst/>
            <a:ahLst/>
            <a:cxnLst/>
            <a:rect r="r" b="b" t="t" l="l"/>
            <a:pathLst>
              <a:path h="2000250" w="2614612">
                <a:moveTo>
                  <a:pt x="0" y="0"/>
                </a:moveTo>
                <a:lnTo>
                  <a:pt x="2614613" y="0"/>
                </a:lnTo>
                <a:lnTo>
                  <a:pt x="2614613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400800" y="2171700"/>
            <a:ext cx="2500312" cy="2157412"/>
            <a:chOff x="0" y="0"/>
            <a:chExt cx="3333750" cy="2876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337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3333750">
                  <a:moveTo>
                    <a:pt x="2614676" y="0"/>
                  </a:moveTo>
                  <a:lnTo>
                    <a:pt x="719074" y="0"/>
                  </a:lnTo>
                  <a:lnTo>
                    <a:pt x="0" y="1438148"/>
                  </a:lnTo>
                  <a:lnTo>
                    <a:pt x="719074" y="2876550"/>
                  </a:lnTo>
                  <a:lnTo>
                    <a:pt x="2614676" y="2876550"/>
                  </a:lnTo>
                  <a:lnTo>
                    <a:pt x="3333750" y="1438148"/>
                  </a:lnTo>
                  <a:lnTo>
                    <a:pt x="2614676" y="0"/>
                  </a:lnTo>
                  <a:close/>
                </a:path>
              </a:pathLst>
            </a:custGeom>
            <a:solidFill>
              <a:srgbClr val="42D0A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00712" y="7843838"/>
            <a:ext cx="1085850" cy="928688"/>
            <a:chOff x="0" y="0"/>
            <a:chExt cx="1447800" cy="1238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478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447800">
                  <a:moveTo>
                    <a:pt x="1138174" y="0"/>
                  </a:moveTo>
                  <a:lnTo>
                    <a:pt x="309626" y="0"/>
                  </a:lnTo>
                  <a:lnTo>
                    <a:pt x="0" y="619252"/>
                  </a:lnTo>
                  <a:lnTo>
                    <a:pt x="309626" y="1238250"/>
                  </a:lnTo>
                  <a:lnTo>
                    <a:pt x="1138174" y="1238250"/>
                  </a:lnTo>
                  <a:lnTo>
                    <a:pt x="1447800" y="619252"/>
                  </a:lnTo>
                  <a:lnTo>
                    <a:pt x="1138174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0" y="492760"/>
            <a:ext cx="11444288" cy="15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4F81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Portfolio </a:t>
            </a:r>
          </a:p>
          <a:p>
            <a:pPr algn="l">
              <a:lnSpc>
                <a:spcPts val="57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014412" y="9701212"/>
            <a:ext cx="3214688" cy="300038"/>
            <a:chOff x="0" y="0"/>
            <a:chExt cx="4286250" cy="400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8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6666" t="0" r="-66666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3923253" y="4950270"/>
            <a:ext cx="12733020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NAME: DHIVYA R</a:t>
            </a:r>
          </a:p>
          <a:p>
            <a:pPr algn="l" marL="0" indent="0" lvl="0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REGISTER NO AND NMID:20624u48013 and 18EDE9FAF012E60AD834F429EE535A3E</a:t>
            </a:r>
          </a:p>
          <a:p>
            <a:pPr algn="l" marL="0" indent="0" lvl="0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DEPARTMENT: B.Sc. DATA SCIENCE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COLLEGE: KAMBAN COLLEGE OF ARTS AND SCIENCE FOR WOMEN/THIRUVALLUVAR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65774" y="0"/>
            <a:ext cx="7129462" cy="10294843"/>
          </a:xfrm>
          <a:custGeom>
            <a:avLst/>
            <a:gdLst/>
            <a:ahLst/>
            <a:cxnLst/>
            <a:rect r="r" b="b" t="t" l="l"/>
            <a:pathLst>
              <a:path h="10294843" w="7129462">
                <a:moveTo>
                  <a:pt x="0" y="0"/>
                </a:moveTo>
                <a:lnTo>
                  <a:pt x="7129463" y="0"/>
                </a:lnTo>
                <a:lnTo>
                  <a:pt x="7129463" y="10294843"/>
                </a:lnTo>
                <a:lnTo>
                  <a:pt x="0" y="10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09662" y="1251425"/>
            <a:ext cx="586454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b="true" sz="6375" spc="7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TITLE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14412" y="9701212"/>
            <a:ext cx="3214688" cy="300038"/>
            <a:chOff x="0" y="0"/>
            <a:chExt cx="4286250" cy="400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666" t="0" r="-66666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00088" y="9615488"/>
            <a:ext cx="5557838" cy="442912"/>
            <a:chOff x="0" y="0"/>
            <a:chExt cx="7410450" cy="590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10450" cy="590550"/>
            </a:xfrm>
            <a:custGeom>
              <a:avLst/>
              <a:gdLst/>
              <a:ahLst/>
              <a:cxnLst/>
              <a:rect r="r" b="b" t="t" l="l"/>
              <a:pathLst>
                <a:path h="590550" w="7410450">
                  <a:moveTo>
                    <a:pt x="0" y="0"/>
                  </a:moveTo>
                  <a:lnTo>
                    <a:pt x="7410450" y="0"/>
                  </a:lnTo>
                  <a:lnTo>
                    <a:pt x="741045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4" r="0" b="-12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320540" y="2388870"/>
            <a:ext cx="8634148" cy="146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Digital portfolio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47750" y="4133850"/>
            <a:ext cx="10134600" cy="5676900"/>
            <a:chOff x="0" y="0"/>
            <a:chExt cx="13512800" cy="7569200"/>
          </a:xfrm>
        </p:grpSpPr>
        <p:sp>
          <p:nvSpPr>
            <p:cNvPr name="Freeform 19" id="19" descr="Brown Beige Vintage Scrapbook Portfolio Cover A4 Document.jfif"/>
            <p:cNvSpPr/>
            <p:nvPr/>
          </p:nvSpPr>
          <p:spPr>
            <a:xfrm flipH="false" flipV="false" rot="0">
              <a:off x="0" y="0"/>
              <a:ext cx="13512800" cy="7569200"/>
            </a:xfrm>
            <a:custGeom>
              <a:avLst/>
              <a:gdLst/>
              <a:ahLst/>
              <a:cxnLst/>
              <a:rect r="r" b="b" t="t" l="l"/>
              <a:pathLst>
                <a:path h="7569200" w="13512800">
                  <a:moveTo>
                    <a:pt x="0" y="0"/>
                  </a:moveTo>
                  <a:lnTo>
                    <a:pt x="13512800" y="0"/>
                  </a:lnTo>
                  <a:lnTo>
                    <a:pt x="13512800" y="7569200"/>
                  </a:lnTo>
                  <a:lnTo>
                    <a:pt x="0" y="756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130" r="0" b="-7613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" y="42868"/>
            <a:ext cx="18722570" cy="10287000"/>
            <a:chOff x="0" y="0"/>
            <a:chExt cx="2496342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33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963374">
                  <a:moveTo>
                    <a:pt x="2496337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963374" y="13716000"/>
                  </a:lnTo>
                  <a:lnTo>
                    <a:pt x="24963374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65774" y="0"/>
            <a:ext cx="7129462" cy="10294843"/>
          </a:xfrm>
          <a:custGeom>
            <a:avLst/>
            <a:gdLst/>
            <a:ahLst/>
            <a:cxnLst/>
            <a:rect r="r" b="b" t="t" l="l"/>
            <a:pathLst>
              <a:path h="10294843" w="7129462">
                <a:moveTo>
                  <a:pt x="0" y="0"/>
                </a:moveTo>
                <a:lnTo>
                  <a:pt x="7129463" y="0"/>
                </a:lnTo>
                <a:lnTo>
                  <a:pt x="7129463" y="10294843"/>
                </a:lnTo>
                <a:lnTo>
                  <a:pt x="0" y="10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28712" y="9719531"/>
            <a:ext cx="2660333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650" spc="30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3/21/2024  </a:t>
            </a:r>
            <a:r>
              <a:rPr lang="en-US" b="true" sz="1650" spc="30">
                <a:solidFill>
                  <a:srgbClr val="2D83C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Annual Review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44238" y="671512"/>
            <a:ext cx="542925" cy="542925"/>
            <a:chOff x="0" y="0"/>
            <a:chExt cx="723900" cy="72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361950" y="0"/>
                  </a:moveTo>
                  <a:lnTo>
                    <a:pt x="265684" y="12954"/>
                  </a:lnTo>
                  <a:lnTo>
                    <a:pt x="179324" y="49403"/>
                  </a:lnTo>
                  <a:lnTo>
                    <a:pt x="106045" y="106045"/>
                  </a:lnTo>
                  <a:lnTo>
                    <a:pt x="49403" y="179324"/>
                  </a:lnTo>
                  <a:lnTo>
                    <a:pt x="12954" y="265684"/>
                  </a:lnTo>
                  <a:lnTo>
                    <a:pt x="0" y="361950"/>
                  </a:lnTo>
                  <a:lnTo>
                    <a:pt x="12954" y="458216"/>
                  </a:lnTo>
                  <a:lnTo>
                    <a:pt x="49403" y="544703"/>
                  </a:lnTo>
                  <a:lnTo>
                    <a:pt x="106045" y="617982"/>
                  </a:lnTo>
                  <a:lnTo>
                    <a:pt x="179324" y="674624"/>
                  </a:lnTo>
                  <a:lnTo>
                    <a:pt x="265811" y="711073"/>
                  </a:lnTo>
                  <a:lnTo>
                    <a:pt x="361950" y="723900"/>
                  </a:lnTo>
                  <a:lnTo>
                    <a:pt x="458216" y="710946"/>
                  </a:lnTo>
                  <a:lnTo>
                    <a:pt x="544703" y="674497"/>
                  </a:lnTo>
                  <a:lnTo>
                    <a:pt x="617982" y="617855"/>
                  </a:lnTo>
                  <a:lnTo>
                    <a:pt x="674624" y="544576"/>
                  </a:lnTo>
                  <a:lnTo>
                    <a:pt x="711073" y="458089"/>
                  </a:lnTo>
                  <a:lnTo>
                    <a:pt x="723900" y="361950"/>
                  </a:lnTo>
                  <a:lnTo>
                    <a:pt x="710946" y="265684"/>
                  </a:lnTo>
                  <a:lnTo>
                    <a:pt x="674497" y="179197"/>
                  </a:lnTo>
                  <a:lnTo>
                    <a:pt x="617855" y="105918"/>
                  </a:lnTo>
                  <a:lnTo>
                    <a:pt x="544576" y="49276"/>
                  </a:lnTo>
                  <a:lnTo>
                    <a:pt x="458089" y="12827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516350" y="8415338"/>
            <a:ext cx="971550" cy="971550"/>
          </a:xfrm>
          <a:custGeom>
            <a:avLst/>
            <a:gdLst/>
            <a:ahLst/>
            <a:cxnLst/>
            <a:rect r="r" b="b" t="t" l="l"/>
            <a:pathLst>
              <a:path h="971550" w="971550">
                <a:moveTo>
                  <a:pt x="0" y="0"/>
                </a:moveTo>
                <a:lnTo>
                  <a:pt x="971550" y="0"/>
                </a:lnTo>
                <a:lnTo>
                  <a:pt x="97155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6030575" y="9201150"/>
            <a:ext cx="371475" cy="371475"/>
            <a:chOff x="0" y="0"/>
            <a:chExt cx="495300" cy="495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00088" y="9615488"/>
            <a:ext cx="5557838" cy="442912"/>
            <a:chOff x="0" y="0"/>
            <a:chExt cx="7410450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10450" cy="590550"/>
            </a:xfrm>
            <a:custGeom>
              <a:avLst/>
              <a:gdLst/>
              <a:ahLst/>
              <a:cxnLst/>
              <a:rect r="r" b="b" t="t" l="l"/>
              <a:pathLst>
                <a:path h="590550" w="7410450">
                  <a:moveTo>
                    <a:pt x="0" y="0"/>
                  </a:moveTo>
                  <a:lnTo>
                    <a:pt x="7410450" y="0"/>
                  </a:lnTo>
                  <a:lnTo>
                    <a:pt x="741045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4" r="0" b="-124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1438" y="5729285"/>
            <a:ext cx="2600325" cy="4514847"/>
            <a:chOff x="0" y="0"/>
            <a:chExt cx="3467100" cy="60197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67100" cy="6019800"/>
            </a:xfrm>
            <a:custGeom>
              <a:avLst/>
              <a:gdLst/>
              <a:ahLst/>
              <a:cxnLst/>
              <a:rect r="r" b="b" t="t" l="l"/>
              <a:pathLst>
                <a:path h="6019800" w="3467100">
                  <a:moveTo>
                    <a:pt x="0" y="0"/>
                  </a:moveTo>
                  <a:lnTo>
                    <a:pt x="3467100" y="0"/>
                  </a:lnTo>
                  <a:lnTo>
                    <a:pt x="3467100" y="6019800"/>
                  </a:lnTo>
                  <a:lnTo>
                    <a:pt x="0" y="601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" t="0" r="-3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09662" y="662367"/>
            <a:ext cx="35356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AGENDA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56151" y="1522295"/>
            <a:ext cx="7360920" cy="724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Users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design and Layout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and Functionality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Screenshots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</a:p>
          <a:p>
            <a:pPr algn="l" marL="760095" indent="-380048" lvl="1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Digital Portfolio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48940" y="2131695"/>
            <a:ext cx="8961120" cy="594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</a:t>
            </a: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digital portfolio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is an online collection of a person’s work, skills, achievements, and projects.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serves as a </a:t>
            </a: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resume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that allows students, job seekers, and professionals to </a:t>
            </a: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showcase their talents interactively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through websites, images, documents, videos, and links.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1591925" y="3590925"/>
            <a:ext cx="6442710" cy="3219450"/>
            <a:chOff x="0" y="0"/>
            <a:chExt cx="8590280" cy="4292600"/>
          </a:xfrm>
        </p:grpSpPr>
        <p:sp>
          <p:nvSpPr>
            <p:cNvPr name="Freeform 25" id="25" descr="images ppt.jfif"/>
            <p:cNvSpPr/>
            <p:nvPr/>
          </p:nvSpPr>
          <p:spPr>
            <a:xfrm flipH="false" flipV="false" rot="0">
              <a:off x="0" y="0"/>
              <a:ext cx="8590280" cy="4292600"/>
            </a:xfrm>
            <a:custGeom>
              <a:avLst/>
              <a:gdLst/>
              <a:ahLst/>
              <a:cxnLst/>
              <a:rect r="r" b="b" t="t" l="l"/>
              <a:pathLst>
                <a:path h="4292600" w="8590280">
                  <a:moveTo>
                    <a:pt x="0" y="0"/>
                  </a:moveTo>
                  <a:lnTo>
                    <a:pt x="8590280" y="0"/>
                  </a:lnTo>
                  <a:lnTo>
                    <a:pt x="8590280" y="4292600"/>
                  </a:lnTo>
                  <a:lnTo>
                    <a:pt x="0" y="429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40" t="0" r="-904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1987212" y="4400550"/>
            <a:ext cx="4143375" cy="4886325"/>
            <a:chOff x="0" y="0"/>
            <a:chExt cx="5524500" cy="6515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24500" cy="6515100"/>
            </a:xfrm>
            <a:custGeom>
              <a:avLst/>
              <a:gdLst/>
              <a:ahLst/>
              <a:cxnLst/>
              <a:rect r="r" b="b" t="t" l="l"/>
              <a:pathLst>
                <a:path h="6515100" w="5524500">
                  <a:moveTo>
                    <a:pt x="0" y="0"/>
                  </a:moveTo>
                  <a:lnTo>
                    <a:pt x="5524500" y="0"/>
                  </a:lnTo>
                  <a:lnTo>
                    <a:pt x="5524500" y="6515100"/>
                  </a:lnTo>
                  <a:lnTo>
                    <a:pt x="0" y="651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" t="0" r="-21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51108" y="869566"/>
            <a:ext cx="8455343" cy="99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STATEMENT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</a:p>
        </p:txBody>
      </p: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014412" y="9701212"/>
            <a:ext cx="3214688" cy="300038"/>
            <a:chOff x="0" y="0"/>
            <a:chExt cx="4286250" cy="400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8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6666" t="0" r="-66666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263140" y="2245997"/>
            <a:ext cx="9018199" cy="678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resumes are static and cannot fully showcase skills or projects.</a:t>
            </a:r>
          </a:p>
          <a:p>
            <a:pPr algn="ctr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and professionals need a </a:t>
            </a: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digital portfolio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present their work in a </a:t>
            </a: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dynamic, interactive, and accessible way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for employers and recruiters.</a:t>
            </a:r>
          </a:p>
          <a:p>
            <a:pPr algn="ctr" marL="868680" indent="-434340" lvl="1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987338" y="3971925"/>
            <a:ext cx="5300662" cy="5715000"/>
            <a:chOff x="0" y="0"/>
            <a:chExt cx="7067550" cy="762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675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067550">
                  <a:moveTo>
                    <a:pt x="0" y="0"/>
                  </a:moveTo>
                  <a:lnTo>
                    <a:pt x="7067550" y="0"/>
                  </a:lnTo>
                  <a:lnTo>
                    <a:pt x="70675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09662" y="1251425"/>
            <a:ext cx="789527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	OVERVIEW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014412" y="9701212"/>
            <a:ext cx="3214688" cy="300038"/>
            <a:chOff x="0" y="0"/>
            <a:chExt cx="4286250" cy="400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8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6666" t="0" r="-66666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720340" y="3274695"/>
            <a:ext cx="9989820" cy="53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is a </a:t>
            </a: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digital portfolio website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built using </a:t>
            </a: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HTML, CSS, and JavaScript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includes sections like </a:t>
            </a: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Home, About, Projects, and Contact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allowing users to easily explore skills, achievements, and project work.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49178" y="1344674"/>
            <a:ext cx="7521893" cy="149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</a:p>
        </p:txBody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085850" y="9258300"/>
            <a:ext cx="3271838" cy="728662"/>
            <a:chOff x="0" y="0"/>
            <a:chExt cx="4362450" cy="9715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62450" cy="971550"/>
            </a:xfrm>
            <a:custGeom>
              <a:avLst/>
              <a:gdLst/>
              <a:ahLst/>
              <a:cxnLst/>
              <a:rect r="r" b="b" t="t" l="l"/>
              <a:pathLst>
                <a:path h="9715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148840" y="3046095"/>
            <a:ext cx="9418320" cy="678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Students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to showcase academic and project work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Job Seekers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to highlight skills for recruiters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Employers/Recruiters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to evaluate candidates easily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Freelancers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– to present their work to clients</a:t>
            </a:r>
          </a:p>
          <a:p>
            <a:pPr algn="ctr" marL="868680" indent="-434340" lvl="1">
              <a:lnSpc>
                <a:spcPts val="5759"/>
              </a:lnSpc>
            </a:pPr>
          </a:p>
        </p:txBody>
      </p: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1656695" y="1781175"/>
            <a:ext cx="6678930" cy="6678930"/>
            <a:chOff x="0" y="0"/>
            <a:chExt cx="8905240" cy="8905240"/>
          </a:xfrm>
        </p:grpSpPr>
        <p:sp>
          <p:nvSpPr>
            <p:cNvPr name="Freeform 32" id="32" descr="Searching for jobs, recruitment or opportunity for candidate to finding right work and employer_.jfif"/>
            <p:cNvSpPr/>
            <p:nvPr/>
          </p:nvSpPr>
          <p:spPr>
            <a:xfrm flipH="false" flipV="false" rot="0">
              <a:off x="0" y="0"/>
              <a:ext cx="8905240" cy="8905240"/>
            </a:xfrm>
            <a:custGeom>
              <a:avLst/>
              <a:gdLst/>
              <a:ahLst/>
              <a:cxnLst/>
              <a:rect r="r" b="b" t="t" l="l"/>
              <a:pathLst>
                <a:path h="8905240" w="8905240">
                  <a:moveTo>
                    <a:pt x="0" y="0"/>
                  </a:moveTo>
                  <a:lnTo>
                    <a:pt x="8905240" y="0"/>
                  </a:lnTo>
                  <a:lnTo>
                    <a:pt x="8905240" y="8905240"/>
                  </a:lnTo>
                  <a:lnTo>
                    <a:pt x="0" y="8905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0" y="2214562"/>
            <a:ext cx="4043361" cy="4872038"/>
            <a:chOff x="0" y="0"/>
            <a:chExt cx="5391148" cy="6496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91150" cy="6496050"/>
            </a:xfrm>
            <a:custGeom>
              <a:avLst/>
              <a:gdLst/>
              <a:ahLst/>
              <a:cxnLst/>
              <a:rect r="r" b="b" t="t" l="l"/>
              <a:pathLst>
                <a:path h="6496050" w="5391150">
                  <a:moveTo>
                    <a:pt x="0" y="0"/>
                  </a:moveTo>
                  <a:lnTo>
                    <a:pt x="5391150" y="0"/>
                  </a:lnTo>
                  <a:lnTo>
                    <a:pt x="5391150" y="6496050"/>
                  </a:lnTo>
                  <a:lnTo>
                    <a:pt x="0" y="6496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" t="0" r="-13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37248" y="1290637"/>
            <a:ext cx="14644688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TOOLS AND TECHNIQUES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014412" y="9701212"/>
            <a:ext cx="3214688" cy="300038"/>
            <a:chOff x="0" y="0"/>
            <a:chExt cx="4286250" cy="400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8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6666" t="0" r="-66666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006340" y="3046095"/>
            <a:ext cx="8961120" cy="336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Languages: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HTML, CSS, JavaScript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Editor: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VS Code / CodePen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Version Control: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Git &amp; GitHub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Concepts: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Responsive Design, Flexbox, Grid Layout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2500312" y="9701212"/>
            <a:ext cx="114300" cy="266700"/>
            <a:chOff x="0" y="0"/>
            <a:chExt cx="152400" cy="35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355600"/>
            </a:xfrm>
            <a:custGeom>
              <a:avLst/>
              <a:gdLst/>
              <a:ahLst/>
              <a:cxnLst/>
              <a:rect r="r" b="b" t="t" l="l"/>
              <a:pathLst>
                <a:path h="355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6666" t="0" r="-66666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915827" y="9707466"/>
            <a:ext cx="34290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9662" y="440530"/>
            <a:ext cx="13192125" cy="93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POTFOLIO DESIGN AND LAYOUT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087600" y="787712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2857500"/>
            <a:ext cx="16733427" cy="6140142"/>
            <a:chOff x="0" y="0"/>
            <a:chExt cx="22311236" cy="8186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11237" cy="8186856"/>
            </a:xfrm>
            <a:custGeom>
              <a:avLst/>
              <a:gdLst/>
              <a:ahLst/>
              <a:cxnLst/>
              <a:rect r="r" b="b" t="t" l="l"/>
              <a:pathLst>
                <a:path h="8186856" w="22311237">
                  <a:moveTo>
                    <a:pt x="0" y="0"/>
                  </a:moveTo>
                  <a:lnTo>
                    <a:pt x="22311237" y="0"/>
                  </a:lnTo>
                  <a:lnTo>
                    <a:pt x="22311237" y="8186856"/>
                  </a:lnTo>
                  <a:lnTo>
                    <a:pt x="0" y="8186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2311236" cy="8253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About Section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Profile photo, bio, and career goals</a:t>
              </a:r>
            </a:p>
            <a:p>
              <a:pPr algn="l" marL="542925" indent="-271462" lvl="1">
                <a:lnSpc>
                  <a:spcPts val="3600"/>
                </a:lnSpc>
              </a:pP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Projects Section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Cards or gallery with project details, live demo, and GitHub links</a:t>
              </a:r>
            </a:p>
            <a:p>
              <a:pPr algn="l" marL="542925" indent="-271462" lvl="1">
                <a:lnSpc>
                  <a:spcPts val="3600"/>
                </a:lnSpc>
              </a:pP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Contact Section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Simple contact form with validation, plus social links</a:t>
              </a:r>
            </a:p>
            <a:p>
              <a:pPr algn="l" marL="542925" indent="-271462" lvl="1">
                <a:lnSpc>
                  <a:spcPts val="3600"/>
                </a:lnSpc>
              </a:pP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Footer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Copyright and credits</a:t>
              </a:r>
            </a:p>
            <a:p>
              <a:pPr algn="l" marL="542925" indent="-271462" lvl="1">
                <a:lnSpc>
                  <a:spcPts val="3600"/>
                </a:lnSpc>
              </a:pP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Layout Style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Clean, modern UI with responsive design (works on mobile, tablet, and desktop)</a:t>
              </a:r>
            </a:p>
            <a:p>
              <a:pPr algn="l" marL="542925" indent="-271462" lvl="1">
                <a:lnSpc>
                  <a:spcPts val="3600"/>
                </a:lnSpc>
              </a:pP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Header / Home Section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Attractive title, tagline, and sticky navigation bar</a:t>
              </a:r>
            </a:p>
            <a:p>
              <a:pPr algn="l" marL="542925" indent="-271462" lvl="1">
                <a:lnSpc>
                  <a:spcPts val="3600"/>
                </a:lnSpc>
              </a:pP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Color Theme</a:t>
              </a:r>
              <a:r>
                <a:rPr lang="en-US" sz="3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Blue gradient with professional fonts for readability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FEATURES AND FUNCTIONALITY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63240" y="1693545"/>
            <a:ext cx="8961120" cy="620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Sticky navigation bar for easy browsing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Responsive design (mobile, tablet, desktop)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</a:t>
            </a: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About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section with profile info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Projects showcase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with Demo &amp; GitHub links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 form with validation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Footer with copyright details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001500" y="1828800"/>
            <a:ext cx="4800600" cy="7197630"/>
            <a:chOff x="0" y="0"/>
            <a:chExt cx="6400800" cy="9596840"/>
          </a:xfrm>
        </p:grpSpPr>
        <p:sp>
          <p:nvSpPr>
            <p:cNvPr name="Freeform 25" id="25" descr="We Are Timeless_ A Woman's Voice Carries on After….jfif"/>
            <p:cNvSpPr/>
            <p:nvPr/>
          </p:nvSpPr>
          <p:spPr>
            <a:xfrm flipH="false" flipV="false" rot="0">
              <a:off x="0" y="0"/>
              <a:ext cx="6400800" cy="9596882"/>
            </a:xfrm>
            <a:custGeom>
              <a:avLst/>
              <a:gdLst/>
              <a:ahLst/>
              <a:cxnLst/>
              <a:rect r="r" b="b" t="t" l="l"/>
              <a:pathLst>
                <a:path h="959688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596882"/>
                  </a:lnTo>
                  <a:lnTo>
                    <a:pt x="0" y="9596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223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Objectives of the Project</a:t>
            </a:r>
          </a:p>
          <a:p>
            <a:pPr algn="l">
              <a:lnSpc>
                <a:spcPts val="8640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828800" y="2971800"/>
            <a:ext cx="11099674" cy="4016484"/>
            <a:chOff x="0" y="0"/>
            <a:chExt cx="14799566" cy="53553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799566" cy="5355312"/>
            </a:xfrm>
            <a:custGeom>
              <a:avLst/>
              <a:gdLst/>
              <a:ahLst/>
              <a:cxnLst/>
              <a:rect r="r" b="b" t="t" l="l"/>
              <a:pathLst>
                <a:path h="5355312" w="14799566">
                  <a:moveTo>
                    <a:pt x="0" y="0"/>
                  </a:moveTo>
                  <a:lnTo>
                    <a:pt x="14799566" y="0"/>
                  </a:lnTo>
                  <a:lnTo>
                    <a:pt x="14799566" y="5355312"/>
                  </a:lnTo>
                  <a:lnTo>
                    <a:pt x="0" y="535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4799566" cy="5431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Showcase academic and personal projects</a:t>
              </a:r>
            </a:p>
            <a:p>
              <a:pPr algn="l" marL="651510" indent="-325755" lvl="1">
                <a:lnSpc>
                  <a:spcPts val="4320"/>
                </a:lnSpc>
              </a:pP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Improve visibility for job opportunities</a:t>
              </a:r>
            </a:p>
            <a:p>
              <a:pPr algn="l" marL="651510" indent="-325755" lvl="1">
                <a:lnSpc>
                  <a:spcPts val="4320"/>
                </a:lnSpc>
              </a:pP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Build confidence in front-end development</a:t>
              </a:r>
            </a:p>
            <a:p>
              <a:pPr algn="l" marL="651510" indent="-325755" lvl="1">
                <a:lnSpc>
                  <a:spcPts val="4320"/>
                </a:lnSpc>
              </a:pP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Create a professional and interactive online portfolio</a:t>
              </a: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115800" y="1828800"/>
            <a:ext cx="5897880" cy="4423410"/>
            <a:chOff x="0" y="0"/>
            <a:chExt cx="7863840" cy="5897880"/>
          </a:xfrm>
        </p:grpSpPr>
        <p:sp>
          <p:nvSpPr>
            <p:cNvPr name="Freeform 27" id="27" descr="4 Steps for Good Enterprise Gamification Design_Marketing.jfif"/>
            <p:cNvSpPr/>
            <p:nvPr/>
          </p:nvSpPr>
          <p:spPr>
            <a:xfrm flipH="false" flipV="false" rot="0">
              <a:off x="0" y="0"/>
              <a:ext cx="78638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5897880"/>
                  </a:lnTo>
                  <a:lnTo>
                    <a:pt x="0" y="589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223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Career Impact</a:t>
            </a:r>
          </a:p>
          <a:p>
            <a:pPr algn="l">
              <a:lnSpc>
                <a:spcPts val="8640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828800" y="2628900"/>
            <a:ext cx="12001500" cy="3370154"/>
            <a:chOff x="0" y="0"/>
            <a:chExt cx="16002000" cy="44935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002000" cy="4493538"/>
            </a:xfrm>
            <a:custGeom>
              <a:avLst/>
              <a:gdLst/>
              <a:ahLst/>
              <a:cxnLst/>
              <a:rect r="r" b="b" t="t" l="l"/>
              <a:pathLst>
                <a:path h="4493538" w="16002000">
                  <a:moveTo>
                    <a:pt x="0" y="0"/>
                  </a:moveTo>
                  <a:lnTo>
                    <a:pt x="16002000" y="0"/>
                  </a:lnTo>
                  <a:lnTo>
                    <a:pt x="16002000" y="4493538"/>
                  </a:lnTo>
                  <a:lnTo>
                    <a:pt x="0" y="4493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6002000" cy="4579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Increases chances of getting internships and jobs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Acts as a </a:t>
              </a: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living resume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Helps in freelancing and client projects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Builds a </a:t>
              </a: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professional digital identity</a:t>
              </a: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1515725" y="3400425"/>
            <a:ext cx="6320790" cy="6320790"/>
            <a:chOff x="0" y="0"/>
            <a:chExt cx="8427720" cy="8427720"/>
          </a:xfrm>
        </p:grpSpPr>
        <p:sp>
          <p:nvSpPr>
            <p:cNvPr name="Freeform 27" id="27" descr="باصرار توصل لهدفك.jfif"/>
            <p:cNvSpPr/>
            <p:nvPr/>
          </p:nvSpPr>
          <p:spPr>
            <a:xfrm flipH="false" flipV="false" rot="0">
              <a:off x="0" y="0"/>
              <a:ext cx="8427720" cy="8427720"/>
            </a:xfrm>
            <a:custGeom>
              <a:avLst/>
              <a:gdLst/>
              <a:ahLst/>
              <a:cxnLst/>
              <a:rect r="r" b="b" t="t" l="l"/>
              <a:pathLst>
                <a:path h="8427720" w="8427720">
                  <a:moveTo>
                    <a:pt x="0" y="0"/>
                  </a:moveTo>
                  <a:lnTo>
                    <a:pt x="8427720" y="0"/>
                  </a:lnTo>
                  <a:lnTo>
                    <a:pt x="8427720" y="8427720"/>
                  </a:lnTo>
                  <a:lnTo>
                    <a:pt x="0" y="8427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Development Methodology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514600" y="2057400"/>
            <a:ext cx="8360943" cy="6601808"/>
            <a:chOff x="0" y="0"/>
            <a:chExt cx="11147924" cy="88024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47924" cy="8802410"/>
            </a:xfrm>
            <a:custGeom>
              <a:avLst/>
              <a:gdLst/>
              <a:ahLst/>
              <a:cxnLst/>
              <a:rect r="r" b="b" t="t" l="l"/>
              <a:pathLst>
                <a:path h="8802410" w="11147924">
                  <a:moveTo>
                    <a:pt x="0" y="0"/>
                  </a:moveTo>
                  <a:lnTo>
                    <a:pt x="11147924" y="0"/>
                  </a:lnTo>
                  <a:lnTo>
                    <a:pt x="11147924" y="8802410"/>
                  </a:lnTo>
                  <a:lnTo>
                    <a:pt x="0" y="88024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1147924" cy="8888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Designing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Create UI/UX structure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Coding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Develop using HTML, CSS, JavaScript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Planning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Decide sections and layout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Testing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Check responsiveness and features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b="true" sz="4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Publish on CodePen / GitHub Pages</a:t>
              </a: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0601325" y="5343525"/>
            <a:ext cx="7555230" cy="4814667"/>
            <a:chOff x="0" y="0"/>
            <a:chExt cx="10073640" cy="6419556"/>
          </a:xfrm>
        </p:grpSpPr>
        <p:sp>
          <p:nvSpPr>
            <p:cNvPr name="Freeform 27" id="27" descr="e87359a3-def2-401e-b275-0b20a74f1be0.jfif"/>
            <p:cNvSpPr/>
            <p:nvPr/>
          </p:nvSpPr>
          <p:spPr>
            <a:xfrm flipH="false" flipV="false" rot="0">
              <a:off x="0" y="0"/>
              <a:ext cx="10073640" cy="6419596"/>
            </a:xfrm>
            <a:custGeom>
              <a:avLst/>
              <a:gdLst/>
              <a:ahLst/>
              <a:cxnLst/>
              <a:rect r="r" b="b" t="t" l="l"/>
              <a:pathLst>
                <a:path h="6419596" w="10073640">
                  <a:moveTo>
                    <a:pt x="0" y="0"/>
                  </a:moveTo>
                  <a:lnTo>
                    <a:pt x="10073640" y="0"/>
                  </a:lnTo>
                  <a:lnTo>
                    <a:pt x="10073640" y="6419596"/>
                  </a:lnTo>
                  <a:lnTo>
                    <a:pt x="0" y="6419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44" t="0" r="-1144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Scope of the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06140" y="2817495"/>
            <a:ext cx="8961120" cy="456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Scope: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Website design, responsiveness, project showcase, contact form</a:t>
            </a:r>
          </a:p>
          <a:p>
            <a:pPr algn="l" marL="868680" indent="-434340" lvl="1">
              <a:lnSpc>
                <a:spcPts val="5759"/>
              </a:lnSpc>
            </a:pP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 of Scope:</a:t>
            </a: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Backend integration, advanced database storage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001500" y="2057400"/>
            <a:ext cx="5760720" cy="3824822"/>
            <a:chOff x="0" y="0"/>
            <a:chExt cx="7680960" cy="5099762"/>
          </a:xfrm>
        </p:grpSpPr>
        <p:sp>
          <p:nvSpPr>
            <p:cNvPr name="Freeform 25" id="25" descr="Create Scope Documents in 5 Easy Steps.jfif"/>
            <p:cNvSpPr/>
            <p:nvPr/>
          </p:nvSpPr>
          <p:spPr>
            <a:xfrm flipH="false" flipV="false" rot="0">
              <a:off x="0" y="0"/>
              <a:ext cx="7680960" cy="5099812"/>
            </a:xfrm>
            <a:custGeom>
              <a:avLst/>
              <a:gdLst/>
              <a:ahLst/>
              <a:cxnLst/>
              <a:rect r="r" b="b" t="t" l="l"/>
              <a:pathLst>
                <a:path h="509981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099812"/>
                  </a:lnTo>
                  <a:lnTo>
                    <a:pt x="0" y="5099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Innovative Features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28900" y="2400300"/>
            <a:ext cx="10743807" cy="4662814"/>
            <a:chOff x="0" y="0"/>
            <a:chExt cx="14325076" cy="62170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325076" cy="6217086"/>
            </a:xfrm>
            <a:custGeom>
              <a:avLst/>
              <a:gdLst/>
              <a:ahLst/>
              <a:cxnLst/>
              <a:rect r="r" b="b" t="t" l="l"/>
              <a:pathLst>
                <a:path h="6217086" w="14325076">
                  <a:moveTo>
                    <a:pt x="0" y="0"/>
                  </a:moveTo>
                  <a:lnTo>
                    <a:pt x="14325076" y="0"/>
                  </a:lnTo>
                  <a:lnTo>
                    <a:pt x="14325076" y="6217086"/>
                  </a:lnTo>
                  <a:lnTo>
                    <a:pt x="0" y="6217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4325076" cy="6302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Interactive contact form</a:t>
              </a:r>
            </a:p>
            <a:p>
              <a:pPr algn="l" marL="760095" indent="-380048" lvl="1">
                <a:lnSpc>
                  <a:spcPts val="5040"/>
                </a:lnSpc>
              </a:pP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Responsive layout for all devices</a:t>
              </a:r>
            </a:p>
            <a:p>
              <a:pPr algn="l" marL="760095" indent="-380048" lvl="1">
                <a:lnSpc>
                  <a:spcPts val="5040"/>
                </a:lnSpc>
              </a:pP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 cards with live demo &amp; GitHub links</a:t>
              </a:r>
            </a:p>
            <a:p>
              <a:pPr algn="l" marL="760095" indent="-380048" lvl="1">
                <a:lnSpc>
                  <a:spcPts val="5040"/>
                </a:lnSpc>
              </a:pP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Sticky navigation bar for smooth browsing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Software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49040" y="2474595"/>
            <a:ext cx="8961120" cy="271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Frontend-based portfolio hosted on CodePen/GitHub Pages.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UI with JavaScript funct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172200" y="5372100"/>
            <a:ext cx="4526280" cy="4526280"/>
            <a:chOff x="0" y="0"/>
            <a:chExt cx="6035040" cy="6035040"/>
          </a:xfrm>
        </p:grpSpPr>
        <p:sp>
          <p:nvSpPr>
            <p:cNvPr name="Freeform 25" id="25" descr="JAVA SCRIPT.jfif"/>
            <p:cNvSpPr/>
            <p:nvPr/>
          </p:nvSpPr>
          <p:spPr>
            <a:xfrm flipH="false" flipV="false" rot="0">
              <a:off x="0" y="0"/>
              <a:ext cx="60350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035040"/>
                  </a:lnTo>
                  <a:lnTo>
                    <a:pt x="0" y="6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559116"/>
            <a:ext cx="16022002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Enhancements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85900" y="2286000"/>
            <a:ext cx="13144500" cy="5955477"/>
            <a:chOff x="0" y="0"/>
            <a:chExt cx="17526000" cy="79406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526000" cy="7940636"/>
            </a:xfrm>
            <a:custGeom>
              <a:avLst/>
              <a:gdLst/>
              <a:ahLst/>
              <a:cxnLst/>
              <a:rect r="r" b="b" t="t" l="l"/>
              <a:pathLst>
                <a:path h="7940636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7940636"/>
                  </a:lnTo>
                  <a:lnTo>
                    <a:pt x="0" y="79406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7526000" cy="8026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AI-powered resume and project recommendations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Dark mode and customizable themes for better user experience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Adding blogging or article-writing feature inside the portfolio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Support for multimedia elements (videos, animations, 3D models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Integration of backend for storing user data and portfolio analytics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28712" y="9719531"/>
            <a:ext cx="2660333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650" spc="30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3/21/2024  </a:t>
            </a:r>
            <a:r>
              <a:rPr lang="en-US" b="true" sz="1650" spc="30">
                <a:solidFill>
                  <a:srgbClr val="2D83C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Annual Review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228602" y="7086600"/>
            <a:ext cx="2857500" cy="3200400"/>
            <a:chOff x="0" y="0"/>
            <a:chExt cx="3810000" cy="426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4267200"/>
                  </a:lnTo>
                  <a:lnTo>
                    <a:pt x="0" y="426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09662" y="989392"/>
            <a:ext cx="12720638" cy="99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AND SCREENSHOTS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915827" y="9707466"/>
            <a:ext cx="34290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</a:p>
        </p:txBody>
      </p: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2736532" y="1385888"/>
            <a:ext cx="4609862" cy="8001000"/>
            <a:chOff x="0" y="0"/>
            <a:chExt cx="6146482" cy="10668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46419" cy="10668000"/>
            </a:xfrm>
            <a:custGeom>
              <a:avLst/>
              <a:gdLst/>
              <a:ahLst/>
              <a:cxnLst/>
              <a:rect r="r" b="b" t="t" l="l"/>
              <a:pathLst>
                <a:path h="10668000" w="6146419">
                  <a:moveTo>
                    <a:pt x="0" y="0"/>
                  </a:moveTo>
                  <a:lnTo>
                    <a:pt x="6146419" y="0"/>
                  </a:lnTo>
                  <a:lnTo>
                    <a:pt x="6146419" y="10668000"/>
                  </a:lnTo>
                  <a:lnTo>
                    <a:pt x="0" y="1066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902" t="0" r="-36902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805940" y="2379345"/>
            <a:ext cx="8961120" cy="496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✅ Portfolio website successfully developed and deployed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✅ Showcases </a:t>
            </a: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Home, About, Projects, and Contact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sections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✅ Fully </a:t>
            </a: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responsive design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(works on mobile, tablet, desktop)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✅ Enhances </a:t>
            </a: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professional visibility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for job and internship opportunities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2500312" y="9701212"/>
            <a:ext cx="114300" cy="266700"/>
            <a:chOff x="0" y="0"/>
            <a:chExt cx="152400" cy="355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355600"/>
            </a:xfrm>
            <a:custGeom>
              <a:avLst/>
              <a:gdLst/>
              <a:ahLst/>
              <a:cxnLst/>
              <a:rect r="r" b="b" t="t" l="l"/>
              <a:pathLst>
                <a:path h="355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6666" t="0" r="-66666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32998" y="572451"/>
            <a:ext cx="6868002" cy="113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4F81B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CONCLUSION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915827" y="9707466"/>
            <a:ext cx="34290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63240" y="1788795"/>
            <a:ext cx="8961120" cy="724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digital portfolio provides a modern and interactive platform to showcase skills, projects, and achievements.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demonstrates practical knowledge of HTML, CSS, and JavaScript, along with responsive web design.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portfolio improves professional visibility by acting as a living resume, accessible anytime and anywhere.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1294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4902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4313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2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143500" y="4210050"/>
            <a:ext cx="6224953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558ED5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DAGxv4ugirQ</dc:identifier>
  <dcterms:modified xsi:type="dcterms:W3CDTF">2011-08-01T06:04:30Z</dcterms:modified>
  <cp:revision>1</cp:revision>
  <dc:title>digital portfolio.pptx</dc:title>
</cp:coreProperties>
</file>